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5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6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양희탁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45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QA Lead  ·  Quality Engineering Architect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697480"/>
            <a:ext cx="2286000" cy="36576"/>
          </a:xfrm>
          <a:prstGeom prst="rect">
            <a:avLst/>
          </a:prstGeom>
          <a:solidFill>
            <a:srgbClr val="C450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926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5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14년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1920240" y="2944368"/>
            <a:ext cx="36576" cy="457200"/>
          </a:xfrm>
          <a:prstGeom prst="rect">
            <a:avLst/>
          </a:prstGeom>
          <a:solidFill>
            <a:srgbClr val="2A3A5A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290779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  ·  메타버스  ·  OTT  ·  웹  ·  모바일  ·  소셜카지노  ·  공공AI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103120" y="32918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5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도메인 무관 전천후 대응 가능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8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2026.05.15 즉시 투입 가능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45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테스트를 많이 하면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품질이 올라간다는 말은 틀렸습니다.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8899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결함은 테스트 단계에서 발견하는 것이 아니라, 설계 단계에서 내장해야 합니다.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8899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12년간 깨지는 시스템을 봐온 사람만이 갖는 감각 — 어디서 깨지는지 알기 때문에,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8899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그게 깨지지 않도록 구조를 먼저 잡습니다.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206240"/>
            <a:ext cx="2560320" cy="7315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4206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Shift Left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4206240"/>
            <a:ext cx="2560320" cy="7315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4206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패턴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기반 설계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4206240"/>
            <a:ext cx="2560320" cy="7315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4206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체계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설계자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45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14년의 패턴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45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깨짐의 패턴을 아는 사람이 튼튼한 구조를 설계한다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45720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1682496"/>
            <a:ext cx="292608" cy="292608"/>
          </a:xfrm>
          <a:prstGeom prst="ellipse">
            <a:avLst/>
          </a:prstGeom>
          <a:solidFill>
            <a:srgbClr val="C4500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80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5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2012~2019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2468880" cy="137160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057400"/>
            <a:ext cx="73152" cy="1371600"/>
          </a:xfrm>
          <a:prstGeom prst="rect">
            <a:avLst/>
          </a:prstGeom>
          <a:solidFill>
            <a:srgbClr val="C4500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148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 QA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단련기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67004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넥슨·쿤룬·엔드림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8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4타이틀·극한 일정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023360" y="1682496"/>
            <a:ext cx="292608" cy="292608"/>
          </a:xfrm>
          <a:prstGeom prst="ellipse">
            <a:avLst/>
          </a:prstGeom>
          <a:solidFill>
            <a:srgbClr val="C45000"/>
          </a:solidFill>
          <a:ln/>
        </p:spPr>
      </p:sp>
      <p:sp>
        <p:nvSpPr>
          <p:cNvPr id="13" name="Text 11"/>
          <p:cNvSpPr/>
          <p:nvPr/>
        </p:nvSpPr>
        <p:spPr>
          <a:xfrm>
            <a:off x="3017520" y="1280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5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2020~2024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17520" y="2057400"/>
            <a:ext cx="2468880" cy="137160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017520" y="2057400"/>
            <a:ext cx="73152" cy="1371600"/>
          </a:xfrm>
          <a:prstGeom prst="rect">
            <a:avLst/>
          </a:prstGeom>
          <a:solidFill>
            <a:srgbClr val="C45000"/>
          </a:solidFill>
          <a:ln/>
        </p:spPr>
      </p:sp>
      <p:sp>
        <p:nvSpPr>
          <p:cNvPr id="16" name="Text 14"/>
          <p:cNvSpPr/>
          <p:nvPr/>
        </p:nvSpPr>
        <p:spPr>
          <a:xfrm>
            <a:off x="3154680" y="2148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리드 QA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체계 구축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54680" y="267004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언사인드·제프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8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프로세스 제로베이스 구축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75120" y="1682496"/>
            <a:ext cx="292608" cy="292608"/>
          </a:xfrm>
          <a:prstGeom prst="ellipse">
            <a:avLst/>
          </a:prstGeom>
          <a:solidFill>
            <a:srgbClr val="C45000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0" y="1280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5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2025~현재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2057400"/>
            <a:ext cx="2468880" cy="137160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0" y="2057400"/>
            <a:ext cx="73152" cy="1371600"/>
          </a:xfrm>
          <a:prstGeom prst="rect">
            <a:avLst/>
          </a:prstGeom>
          <a:solidFill>
            <a:srgbClr val="C45000"/>
          </a:solidFill>
          <a:ln/>
        </p:spPr>
      </p:sp>
      <p:sp>
        <p:nvSpPr>
          <p:cNvPr id="22" name="Text 20"/>
          <p:cNvSpPr/>
          <p:nvPr/>
        </p:nvSpPr>
        <p:spPr>
          <a:xfrm>
            <a:off x="5806440" y="2148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국책사업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단독 QA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806440" y="267004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엠티데이타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8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자동화 실전 투입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703320"/>
            <a:ext cx="8229600" cy="1234440"/>
          </a:xfrm>
          <a:prstGeom prst="rect">
            <a:avLst/>
          </a:prstGeom>
          <a:solidFill>
            <a:srgbClr val="111B3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B8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3대운 (癸亥 · 25~34세)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전문성 단련기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297680" y="3703320"/>
            <a:ext cx="45720" cy="1234440"/>
          </a:xfrm>
          <a:prstGeom prst="rect">
            <a:avLst/>
          </a:prstGeom>
          <a:solidFill>
            <a:srgbClr val="C45000"/>
          </a:solidFill>
          <a:ln/>
        </p:spPr>
      </p:sp>
      <p:sp>
        <p:nvSpPr>
          <p:cNvPr id="28" name="Text 26"/>
          <p:cNvSpPr/>
          <p:nvPr/>
        </p:nvSpPr>
        <p:spPr>
          <a:xfrm>
            <a:off x="4434840" y="3794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4대운 (壬戌 · 35~44세)  ★ 현재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34840" y="4114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전문성 발휘기  →  2026 丙午, 전문성이 빛나는 해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45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일하는 방식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86868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체계와 구조를 설계하고 AI를 통해 정합성을 갖춘 코드로 구현한다.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만들지, 어떻게 쪼갤지, 무엇을 포기할지 → 그것이 아키텍트의 일이다.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2560320" cy="28346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057400"/>
            <a:ext cx="2560320" cy="384048"/>
          </a:xfrm>
          <a:prstGeom prst="rect">
            <a:avLst/>
          </a:prstGeom>
          <a:solidFill>
            <a:srgbClr val="C450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57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QA 자동화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2578608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QA Studio Pro7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928" y="3108960"/>
            <a:ext cx="2194560" cy="27432"/>
          </a:xfrm>
          <a:prstGeom prst="rect">
            <a:avLst/>
          </a:prstGeom>
          <a:solidFill>
            <a:srgbClr val="2A3A5A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3246120"/>
            <a:ext cx="2340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B0B8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6단계 파이프라인 · 122+ 모듈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B0B8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국책사업 실전 투입 · 스킵 0건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2057400"/>
            <a:ext cx="2560320" cy="28346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2057400"/>
            <a:ext cx="2560320" cy="384048"/>
          </a:xfrm>
          <a:prstGeom prst="rect">
            <a:avLst/>
          </a:prstGeom>
          <a:solidFill>
            <a:srgbClr val="C45000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2057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플랫폼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55848" y="2578608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Life Compass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355848" y="3108960"/>
            <a:ext cx="2194560" cy="27432"/>
          </a:xfrm>
          <a:prstGeom prst="rect">
            <a:avLst/>
          </a:prstGeom>
          <a:solidFill>
            <a:srgbClr val="2A3A5A"/>
          </a:solidFill>
          <a:ln/>
        </p:spPr>
      </p:sp>
      <p:sp>
        <p:nvSpPr>
          <p:cNvPr id="17" name="Text 15"/>
          <p:cNvSpPr/>
          <p:nvPr/>
        </p:nvSpPr>
        <p:spPr>
          <a:xfrm>
            <a:off x="3355848" y="3246120"/>
            <a:ext cx="2340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B0B8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사주·타로 AI 서비스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B0B8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메이저 앱과 100% 일치 검증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2057400"/>
            <a:ext cx="2560320" cy="28346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2057400"/>
            <a:ext cx="2560320" cy="384048"/>
          </a:xfrm>
          <a:prstGeom prst="rect">
            <a:avLst/>
          </a:prstGeom>
          <a:solidFill>
            <a:srgbClr val="C45000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2057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하드웨어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44768" y="2578608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BENYLIS 레버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44768" y="3108960"/>
            <a:ext cx="2194560" cy="27432"/>
          </a:xfrm>
          <a:prstGeom prst="rect">
            <a:avLst/>
          </a:prstGeom>
          <a:solidFill>
            <a:srgbClr val="2A3A5A"/>
          </a:solidFill>
          <a:ln/>
        </p:spPr>
      </p:sp>
      <p:sp>
        <p:nvSpPr>
          <p:cNvPr id="23" name="Text 21"/>
          <p:cNvSpPr/>
          <p:nvPr/>
        </p:nvSpPr>
        <p:spPr>
          <a:xfrm>
            <a:off x="6144768" y="3246120"/>
            <a:ext cx="2340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B0B8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아케이드 레버 기획·제조·출시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B0B8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프로젝트 → 실제 판매 제품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45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소속 철학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C45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회사가 망하지 않는 이상</a:t>
            </a:r>
            <a:endParaRPr lang="en-US" sz="3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C45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나갈 생각이 없습니다.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B0B8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조직에 소속되는 순간, 제 분야에서 할 수 있는 모든 것에 최선을 다합니다.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B0B8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체계가 없으면 만들고, 필요한 역할을 먼저 파악하고 실행합니다.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3931920" cy="137160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3520440"/>
            <a:ext cx="73152" cy="1371600"/>
          </a:xfrm>
          <a:prstGeom prst="rect">
            <a:avLst/>
          </a:prstGeom>
          <a:solidFill>
            <a:srgbClr val="C4500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주식회사 제프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400507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8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QA 팀장 + 개발 PM 병행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8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프로세스 제로베이스 구축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0" y="3520440"/>
            <a:ext cx="3931920" cy="137160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3520440"/>
            <a:ext cx="73152" cy="1371600"/>
          </a:xfrm>
          <a:prstGeom prst="rect">
            <a:avLst/>
          </a:prstGeom>
          <a:solidFill>
            <a:srgbClr val="C45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965192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엠티데이타 국책사업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65192" y="400507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8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PMO 부재 → 전체 품질 체계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8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단독 설계·운영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45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이 시점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12년치 실패가 지금의 설계 기준입니다.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8899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초보는 '해냈다!'에서 멈춥니다. 경력이 쌓일수록 '이 방향이 맞는가?'를 더 신뢰하게 됩니다.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8899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무너진 프로젝트에서 더 많은 것을 배웠고, 그 깨짐의 패턴이 지금의 설계 근거입니다.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8229600" cy="14173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94436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5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4대운 壬戌 (35~44세)  →  전문성 발휘기 ★ 현재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3649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8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3대운(단련기)에서 쌓은 전문성을 발휘하는 구간. 살인상생이 가장 강하게 작동하는 시기.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丙午  →  전문성이 빛나고 새로운 출발이 시작되는 해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480560"/>
            <a:ext cx="8229600" cy="475488"/>
          </a:xfrm>
          <a:prstGeom prst="rect">
            <a:avLst/>
          </a:prstGeom>
          <a:solidFill>
            <a:srgbClr val="C4500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448056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명조의 설계도대로라면 — 현재가 이 사람을 매수할 수 있는 최고의 저점 매수이다.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5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4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양희탁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5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QA Lead  ·  Quality Engineering Architect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5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연락처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45920" y="2377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8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010-6350-3023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5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45920" y="29718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8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benylis89@gmail.com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5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이력서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45920" y="35661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8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https://benylis.github.io/resume/양희탁_이력서_260407.html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251960"/>
            <a:ext cx="8229600" cy="27432"/>
          </a:xfrm>
          <a:prstGeom prst="rect">
            <a:avLst/>
          </a:prstGeom>
          <a:solidFill>
            <a:srgbClr val="2A3A5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2026.05.15 이후 즉시 투입 가능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양희탁 자기소개</dc:title>
  <dc:subject>PptxGenJS Presentation</dc:subject>
  <dc:creator>PptxGenJS</dc:creator>
  <cp:lastModifiedBy>PptxGenJS</cp:lastModifiedBy>
  <cp:revision>1</cp:revision>
  <dcterms:created xsi:type="dcterms:W3CDTF">2026-04-07T04:45:16Z</dcterms:created>
  <dcterms:modified xsi:type="dcterms:W3CDTF">2026-04-07T04:45:16Z</dcterms:modified>
</cp:coreProperties>
</file>